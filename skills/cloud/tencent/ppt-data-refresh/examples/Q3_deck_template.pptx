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980</c:v>
                </c:pt>
                <c:pt idx="1">
                  <c:v>1102</c:v>
                </c:pt>
                <c:pt idx="2">
                  <c:v>1284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备注：旧值 12,345，需同步 {{USERS_Q3}}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业务回顾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本季度 ARR 达到 {{KPI_ARR}}，环比增长 </a:t>
            </a:r>
            <a:r>
              <a:rPr b="1"/>
              <a:t>{{GROWTH_QOQ}}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用户指标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活跃用户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{{USERS_Q3}}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64592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